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SENTINEL AML AGENT  | 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Autonomous AML Detection &amp; FinCEN SAR Filing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An intelligent multi-tool compliance solution for financial anomaly scoring and audit-aware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Proposed Solution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• Autonomous Multi-Tool Agent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Parses natural language requests, investigates customer profiles, and extracts suspicious transactions.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• Hybrid AI Scoring Core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Combines XGBoost supervised learning with Isolation Forest anomaly detection for 0-day typology coverage.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• 5 Core AML Typologies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Detects structuring ($9k-$9.9k CTR evasion), rapid cash velocity, offshore transfers, and spikes.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• 1-Click Regulatory Reporting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Auto-generates compliant FinCEN SAR narratives under 31 U.S.C. § 5318(g).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What Makes It Stand Out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• Query-Aware Audit Summary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Provides total transparency by showing detected filters, user intent, and tool invocation provenance for every query.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• Standardized Risk Escalation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Directly maps risk scores to clear operational actions: REPORT (FinCEN SAR), REVIEW (EDD), or MONITOR.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• Dual-View Interactive Workbench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Officers can seamlessly switch between Flagged Customers and Top Suspicious Transactions with 1-click exports.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• Production Reliability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Fast real-time inference (&lt;50ms) backed by a 100% passing unit test suite (19/19 tests).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SENTINEL AML AGENT  |  ARCHITECTURE &amp;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 &amp; Technical Specifications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End-to-end multi-tool execution workflow and core technical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Agent Architecture Pipeline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1. NLP Intent &amp; Entity Parser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Extracts user query intent, Customer IDs, risk thresholds, and date ranges.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2. AML Feature Engineering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Computes structuring bands ($9k-$9.9k), velocity ratios, and offshore risk scores.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3. Hybrid Anomaly Scoring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Evaluates supervised XGBoost + Isolation Forest to output composite risk scores.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4. Risk Classifier &amp; SAR Engine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Assigns risk levels (HIGH/MED/LOW), maps escalation actions, and renders SAR filing.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Key Technical Specifications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Backend Framework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Python 3.12, FastAPI, Scikit-Learn, XGBoost, Pandas.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Frontend Workstation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Vanilla JavaScript, HTML5 Canvas, CSS Design Tokens.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Inference Latency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&lt; 50ms per multi-tool execution path.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Dataset Generator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Built-in synthetic institutional 5-year AML transaction generator.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• Automated Test Suite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100% pass rate across 19 unit tests (test_sentinel_aml.py).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